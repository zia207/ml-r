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49A591-3803-43B8-A8CB-E6200CC06C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77BBE1-D3D0-462D-B5A9-EC3753A47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063CC8-C703-494B-B4B4-4E308A3502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66D592-EF53-41E1-A394-42A80668FE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D38342-6CF9-4DE8-A909-7EABE65E38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2D5F38-95FD-43E0-BFA1-3FAD0342A1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D67928-7531-4E9F-8ADA-128AA131A7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BDB5D7-3FF1-49D8-A58F-DF6F35DD27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F655BC-81C3-44B4-BAFA-39BAB57FAC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81C5CB-2654-446C-8247-46DD0F45A0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A8A479-FFE4-45EF-8521-B89E09772D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91286C-CB74-414D-9D18-EA3F4B24F9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0080" cy="11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5640" cy="11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910DEB-B306-4B7A-8CBF-1327BE5B8A5B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5640" cy="11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5480" cy="2061720"/>
          </a:xfrm>
          <a:prstGeom prst="rect">
            <a:avLst/>
          </a:prstGeom>
          <a:ln w="0">
            <a:noFill/>
          </a:ln>
        </p:spPr>
      </p:pic>
      <p:sp>
        <p:nvSpPr>
          <p:cNvPr id="40" name="TextBox 1"/>
          <p:cNvSpPr/>
          <p:nvPr/>
        </p:nvSpPr>
        <p:spPr>
          <a:xfrm>
            <a:off x="0" y="457200"/>
            <a:ext cx="1097244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f5597"/>
                </a:solidFill>
                <a:latin typeface="Calibri"/>
                <a:ea typeface="Calibri"/>
              </a:rPr>
              <a:t>   </a:t>
            </a:r>
            <a:r>
              <a:rPr b="0" lang="en-US" sz="3600" spc="-1" strike="noStrike">
                <a:solidFill>
                  <a:srgbClr val="2f5597"/>
                </a:solidFill>
                <a:latin typeface="Calibri"/>
                <a:ea typeface="Calibri"/>
              </a:rPr>
              <a:t>Machine Learning in R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2f5597"/>
                </a:solidFill>
                <a:latin typeface="Calibri"/>
                <a:ea typeface="Calibri"/>
              </a:rPr>
              <a:t>From Scratch - without Tears 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8915400" y="457200"/>
            <a:ext cx="1828800" cy="125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2344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2026-08-27T20:44:55Z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